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Coste (€)</c:v>
                </c:pt>
              </c:strCache>
            </c:strRef>
          </c:tx>
          <c:spPr>
            <a:solidFill>
              <a:srgbClr val="3A7C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Semillas</c:v>
                  </c:pt>
                  <c:pt idx="1">
                    <c:v>Herramientas</c:v>
                  </c:pt>
                  <c:pt idx="2">
                    <c:v>Riego</c:v>
                  </c:pt>
                  <c:pt idx="3">
                    <c:v>Sustrato</c:v>
                  </c:pt>
                  <c:pt idx="4">
                    <c:v>Formación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240</c:v>
                </c:pt>
                <c:pt idx="2">
                  <c:v>150</c:v>
                </c:pt>
                <c:pt idx="3">
                  <c:v>80</c:v>
                </c:pt>
                <c:pt idx="4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al equipo y explicar el objetivo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gráficos se conservan al editar con MK, aunque su vista previa es simplificada.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los resultados de ejemplo de las mediciones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Proyecto Aula Verde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34155"/>
                </a:solidFill>
              </a:rPr>
              <a:t>Un huerto escolar para aprender sostenibilidad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37490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Equipo de coordinación · Octubre de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8463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Ejemplo de PowerPoint con textos, imágenes, tablas y gráfico.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Objetivos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3474720" cy="329184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Aprender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Cultivar plantas y registrar su evolución.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474720" cy="329184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Medir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Controlar el consumo de agua cada semana.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83880" y="1645920"/>
            <a:ext cx="3474720" cy="329184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Compartir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412480" y="2834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Presentar resultados a las familias.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Calendario de trabajo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3200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Fase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Fecha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Responsable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Preparar terreno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12 octubre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Ana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Sembrar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19 octubre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Luis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Medir consumo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26 octubre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Marta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Presentar resultados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23 noviembre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334155"/>
                          </a:solidFill>
                        </a:rPr>
                        <a:t>Pablo</a:t>
                      </a:r>
                      <a:endParaRPr lang="en-US" sz="2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212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34155"/>
                </a:solidFill>
              </a:rPr>
              <a:t>Cada fase termina con una evidencia en el cuaderno de seguimiento.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Presupuesto inicial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828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4155"/>
                </a:solidFill>
              </a:rPr>
              <a:t>710 €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334155"/>
                </a:solidFill>
              </a:rPr>
              <a:t>Subtotal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859,10 €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Total con IVA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Responsables y entregables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303520" cy="15544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34155"/>
                </a:solidFill>
              </a:rPr>
              <a:t>Ana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Plano del huerto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303520" cy="15544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34155"/>
                </a:solidFill>
              </a:rPr>
              <a:t>Luis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Registro de semillas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5303520" cy="15544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34155"/>
                </a:solidFill>
              </a:rPr>
              <a:t>Marta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Mediciones de agua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55080" y="3474720"/>
            <a:ext cx="5303520" cy="1554480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34155"/>
                </a:solidFill>
              </a:rPr>
              <a:t>Pablo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Informe y fotografías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Diseño del huerto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6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7315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64592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Tres hileras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Nueve plantas por hilera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Turnos semanales de riego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Imagen incrustada: el documento no depende de archivos externos.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Resultados esperados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332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Consumo semanal: 45 → 32 litros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Cosecha semanal: 3 → 6 kg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Mejor organización de los equipos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Registro continuo de decisiones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E70"/>
                </a:solidFill>
              </a:rPr>
              <a:t>Siguientes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Aula Verde · MK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1. Revisar el presupuesto.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2. Confirmar responsables y fechas.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3. Iniciar la primera fase.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</a:rPr>
              <a:t>4. Compartir el informe final.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Abre este archivo en MK, cambia un texto, mueve una imagen y guarda una copia.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Aula Verde</dc:title>
  <dc:subject>Ejemplo completo de presentación</dc:subject>
  <dc:creator>MK</dc:creator>
  <cp:lastModifiedBy>MK</cp:lastModifiedBy>
  <cp:revision>1</cp:revision>
  <dcterms:created xsi:type="dcterms:W3CDTF">2026-10-07T19:49:31Z</dcterms:created>
  <dcterms:modified xsi:type="dcterms:W3CDTF">2026-10-07T19:49:31Z</dcterms:modified>
</cp:coreProperties>
</file>